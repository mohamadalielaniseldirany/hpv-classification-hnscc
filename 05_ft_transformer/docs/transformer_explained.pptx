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4550" y="2693987"/>
            <a:ext cx="7772400" cy="1470025"/>
          </a:xfrm>
        </p:spPr>
        <p:txBody>
          <a:bodyPr/>
          <a:lstStyle/>
          <a:p>
            <a:r>
              <a:rPr dirty="0"/>
              <a:t>Transformer Model</a:t>
            </a:r>
          </a:p>
          <a:p>
            <a:r>
              <a:rPr dirty="0"/>
              <a:t>A Beginner-Friendly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is a Transformer?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Transformer is a neural network architecture introduced in 2017.</a:t>
            </a:r>
          </a:p>
          <a:p>
            <a:pPr>
              <a:defRPr sz="2200"/>
            </a:pPr>
            <a:r>
              <a:t>It processes all input elements at the same time instead of one by one.</a:t>
            </a:r>
          </a:p>
          <a:p>
            <a:pPr>
              <a:defRPr sz="2200"/>
            </a:pPr>
            <a:r>
              <a:t>It is built around the idea of Attention.</a:t>
            </a:r>
          </a:p>
          <a:p>
            <a:pPr>
              <a:defRPr sz="2200"/>
            </a:pPr>
            <a:r>
              <a:t>It is the foundation of BERT, GPT, Vision Transformers, and many modern AI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Why was it invented?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Older models (RNNs/LSTMs) process sequences sequentially.</a:t>
            </a:r>
          </a:p>
          <a:p>
            <a:pPr>
              <a:defRPr sz="2200"/>
            </a:pPr>
            <a:r>
              <a:t>They struggle with long-range dependencies and slow training.</a:t>
            </a:r>
          </a:p>
          <a:p>
            <a:pPr>
              <a:defRPr sz="2200"/>
            </a:pPr>
            <a:r>
              <a:t>Transformers solve these problems through parallel processing and attention.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The Main Idea: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Attention lets the model decide which pieces of information are most important.</a:t>
            </a:r>
          </a:p>
          <a:p>
            <a:pPr>
              <a:defRPr sz="2200"/>
            </a:pPr>
            <a:r>
              <a:t>Each input can 'look at' every other input.</a:t>
            </a:r>
          </a:p>
          <a:p>
            <a:pPr>
              <a:defRPr sz="2200"/>
            </a:pPr>
            <a:r>
              <a:t>The model automatically learns importance weights.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Self-Attention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Every token or feature compares itself with every other token or feature.</a:t>
            </a:r>
          </a:p>
          <a:p>
            <a:pPr>
              <a:defRPr sz="2200"/>
            </a:pPr>
            <a:r>
              <a:t>It learns relationships automatically.</a:t>
            </a:r>
          </a:p>
          <a:p>
            <a:pPr>
              <a:defRPr sz="2200"/>
            </a:pPr>
            <a:r>
              <a:t>This helps capture context even when related information is far apart.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Multi-Head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Several attention mechanisms run in parallel.</a:t>
            </a:r>
          </a:p>
          <a:p>
            <a:pPr>
              <a:defRPr sz="2200"/>
            </a:pPr>
            <a:r>
              <a:t>Each head learns different relationships.</a:t>
            </a:r>
          </a:p>
          <a:p>
            <a:pPr>
              <a:defRPr sz="2200"/>
            </a:pPr>
            <a:r>
              <a:t>The outputs are combined into a richer representation.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Embeddings &amp; Positional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Embeddings convert words/features into numerical vectors.</a:t>
            </a:r>
          </a:p>
          <a:p>
            <a:pPr>
              <a:defRPr sz="2200"/>
            </a:pPr>
            <a:r>
              <a:t>Positional encoding tells the model the order of the inputs.</a:t>
            </a:r>
          </a:p>
          <a:p>
            <a:pPr>
              <a:defRPr sz="2200"/>
            </a:pPr>
            <a:r>
              <a:t>Without positional encoding, the model would not know sequence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Other Important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Feed-Forward Network: refines learned representations.</a:t>
            </a:r>
          </a:p>
          <a:p>
            <a:pPr>
              <a:defRPr sz="2200"/>
            </a:pPr>
            <a:r>
              <a:t>Residual Connections: shortcut paths that improve training.</a:t>
            </a:r>
          </a:p>
          <a:p>
            <a:pPr>
              <a:defRPr sz="2200"/>
            </a:pPr>
            <a:r>
              <a:t>Layer Normalization: stabilizes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Encoder vs 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Encoder understands the input.</a:t>
            </a:r>
          </a:p>
          <a:p>
            <a:pPr>
              <a:defRPr sz="2200"/>
            </a:pPr>
            <a:r>
              <a:rPr dirty="0"/>
              <a:t>Decoder generates output sequences.</a:t>
            </a:r>
          </a:p>
          <a:p>
            <a:pPr>
              <a:defRPr sz="2200"/>
            </a:pPr>
            <a:r>
              <a:rPr dirty="0"/>
              <a:t>For classification tasks, only the encoder is usually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Transformer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Input → Embeddings → Positional Encoding → Multi-Head Self-Attention → Feed-Forward Network → Classification Layer →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Why Transformers Work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Capture long-range relationships.</a:t>
            </a:r>
          </a:p>
          <a:p>
            <a:pPr>
              <a:defRPr sz="2200"/>
            </a:pPr>
            <a:r>
              <a:t>Train efficiently using parallel computation.</a:t>
            </a:r>
          </a:p>
          <a:p>
            <a:pPr>
              <a:defRPr sz="2200"/>
            </a:pPr>
            <a:r>
              <a:t>Learn complex interactions automatically.</a:t>
            </a:r>
          </a:p>
          <a:p>
            <a:pPr>
              <a:defRPr sz="2200"/>
            </a:pPr>
            <a:r>
              <a:t>State-of-the-art performance across many domains.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Attention is the heart of the Transformer.</a:t>
            </a:r>
          </a:p>
          <a:p>
            <a:pPr>
              <a:defRPr sz="2200"/>
            </a:pPr>
            <a:r>
              <a:t>Self-attention learns relationships between inputs.</a:t>
            </a:r>
          </a:p>
          <a:p>
            <a:pPr>
              <a:defRPr sz="2200"/>
            </a:pPr>
            <a:r>
              <a:t>Multi-head attention captures different patterns.</a:t>
            </a:r>
          </a:p>
          <a:p>
            <a:pPr>
              <a:defRPr sz="2200"/>
            </a:pPr>
            <a:r>
              <a:t>Encoder-only models are commonly used for classification.</a:t>
            </a:r>
          </a:p>
          <a:p>
            <a:pPr>
              <a:defRPr sz="2200"/>
            </a:pPr>
            <a:r>
              <a:t>You do not need to master every equation to successfully use a Transformer.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383</Words>
  <Application>Microsoft Office PowerPoint</Application>
  <PresentationFormat>Custom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Transformer Model A Beginner-Friendly Explanation</vt:lpstr>
      <vt:lpstr>1. What is a Transformer?</vt:lpstr>
      <vt:lpstr>2. Why was it invented?</vt:lpstr>
      <vt:lpstr>3. The Main Idea: Attention</vt:lpstr>
      <vt:lpstr>4. Self-Attention</vt:lpstr>
      <vt:lpstr>5. Multi-Head Attention</vt:lpstr>
      <vt:lpstr>6. Embeddings &amp; Positional Encoding</vt:lpstr>
      <vt:lpstr>7. Other Important Components</vt:lpstr>
      <vt:lpstr>8. Encoder vs Decoder</vt:lpstr>
      <vt:lpstr>9. Transformer Workflow</vt:lpstr>
      <vt:lpstr>10. Why Transformers Work Well</vt:lpstr>
      <vt:lpstr>13. 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 Model A Beginner-Friendly Explanation</dc:title>
  <dc:subject/>
  <dc:creator/>
  <cp:keywords/>
  <dc:description>generated using python-pptx</dc:description>
  <cp:lastModifiedBy>Mohamad ali el Anis el Dirany</cp:lastModifiedBy>
  <cp:revision>3</cp:revision>
  <dcterms:created xsi:type="dcterms:W3CDTF">2013-01-27T09:14:16Z</dcterms:created>
  <dcterms:modified xsi:type="dcterms:W3CDTF">2026-07-12T10:35:44Z</dcterms:modified>
  <cp:category/>
</cp:coreProperties>
</file>